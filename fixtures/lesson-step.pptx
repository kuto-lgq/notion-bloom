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一步更新</a:t>
            </a:r>
          </a:p>
          <a:p>
            <a:pPr>
              <a:defRPr sz="2800"/>
            </a:pPr>
            <a:r>
              <a:t>本讲把一次更新写完。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损失</a:t>
            </a:r>
          </a:p>
          <a:p>
            <a:pPr>
              <a:defRPr sz="2800"/>
            </a:pPr>
            <a:r>
              <a:t>平方损失 Squared loss</a:t>
            </a:r>
          </a:p>
          <a:p>
            <a:pPr>
              <a:defRPr sz="1800"/>
            </a:pPr>
            <a:r>
              <a:t>1. 用预测减去真值，得到残差。</a:t>
            </a:r>
          </a:p>
          <a:p>
            <a:pPr>
              <a:defRPr sz="1800"/>
            </a:pPr>
            <a:r>
              <a:t>2. 把残差平方。</a:t>
            </a:r>
          </a:p>
          <a:p>
            <a:pPr>
              <a:defRPr sz="1800"/>
            </a:pPr>
            <a:r>
              <a:t>3. 乘上二分之一，求导时这个 2 会消掉。</a:t>
            </a:r>
          </a:p>
          <a:p>
            <a:pPr>
              <a:defRPr sz="1800"/>
            </a:pPr>
            <a:r>
              <a:t>推导：残差记为 r。</a:t>
            </a:r>
          </a:p>
          <a:p>
            <a:pPr>
              <a:defRPr sz="1800"/>
            </a:pPr>
            <a:r>
              <a:t>推导：平方是 r 的平方。</a:t>
            </a:r>
          </a:p>
          <a:p>
            <a:pPr>
              <a:defRPr sz="1800"/>
            </a:pPr>
            <a:r>
              <a:t>推导：前面的二分之一让导数不再带这个 2。</a:t>
            </a:r>
          </a:p>
          <a:p>
            <a:pPr>
              <a:defRPr sz="1800"/>
            </a:pPr>
            <a:r>
              <a:t>$\frac{1}{2}r^{2}$</a:t>
            </a:r>
          </a:p>
          <a:p>
            <a:pPr>
              <a:defRPr sz="1800"/>
            </a:pPr>
            <a:r>
              <a:t>定义：平方损失是残差平方再乘二分之一。</a:t>
            </a:r>
          </a:p>
          <a:p>
            <a:pPr>
              <a:defRPr sz="1800"/>
            </a:pPr>
            <a:r>
              <a:t>例如：残差是 2 时，损失是 2，不是 4。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solidFill>
            <a:srgbClr val="285A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3108960"/>
            <a:ext cx="1828800" cy="1097280"/>
          </a:xfrm>
          <a:prstGeom prst="rect">
            <a:avLst/>
          </a:prstGeom>
          <a:solidFill>
            <a:srgbClr val="468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2011680"/>
            <a:ext cx="731520" cy="1097280"/>
          </a:xfrm>
          <a:prstGeom prst="rect">
            <a:avLst/>
          </a:prstGeom>
          <a:solidFill>
            <a:srgbClr val="C85A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6634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size too large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更新</a:t>
            </a:r>
          </a:p>
          <a:p>
            <a:pPr>
              <a:defRPr sz="2800"/>
            </a:pPr>
            <a:r>
              <a:t>减去步长乘梯度 One update</a:t>
            </a:r>
          </a:p>
          <a:p>
            <a:pPr>
              <a:defRPr sz="1800"/>
            </a:pPr>
            <a:r>
              <a:t>1. 沿梯度的反方向才是下降。</a:t>
            </a:r>
          </a:p>
          <a:p>
            <a:pPr>
              <a:defRPr sz="1800"/>
            </a:pPr>
            <a:r>
              <a:t>2. 步长决定这一步走多远。</a:t>
            </a:r>
          </a:p>
          <a:p>
            <a:pPr>
              <a:defRPr sz="1800"/>
            </a:pPr>
            <a:r>
              <a:t>3. 从当前点减去步长乘梯度。</a:t>
            </a:r>
          </a:p>
          <a:p>
            <a:pPr>
              <a:defRPr sz="1800"/>
            </a:pPr>
            <a:r>
              <a:t>推导：下降方向是梯度取负。</a:t>
            </a:r>
          </a:p>
          <a:p>
            <a:pPr>
              <a:defRPr sz="1800"/>
            </a:pPr>
            <a:r>
              <a:t>推导：走多远等于步长乘梯度的长度。</a:t>
            </a:r>
          </a:p>
          <a:p>
            <a:pPr>
              <a:defRPr sz="1800"/>
            </a:pPr>
            <a:r>
              <a:t>推导：新的点等于旧点加上这段位移。</a:t>
            </a:r>
          </a:p>
          <a:p>
            <a:pPr>
              <a:defRPr sz="1800"/>
            </a:pPr>
            <a:r>
              <a:t>$\theta_{t+1}=\theta_t-\alpha\theta_t$</a:t>
            </a:r>
          </a:p>
          <a:p>
            <a:pPr>
              <a:defRPr sz="1800"/>
            </a:pPr>
            <a:r>
              <a:t>考点：步长越大，同一次更新挪得越远。</a:t>
            </a:r>
          </a:p>
          <a:p>
            <a:pPr>
              <a:defRPr sz="1800"/>
            </a:pPr>
            <a:r>
              <a:t>例如：当前是 4、步长是 0.5 时，下一步是 2。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solidFill>
            <a:srgbClr val="285A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3108960"/>
            <a:ext cx="1828800" cy="1097280"/>
          </a:xfrm>
          <a:prstGeom prst="rect">
            <a:avLst/>
          </a:prstGeom>
          <a:solidFill>
            <a:srgbClr val="468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2011680"/>
            <a:ext cx="731520" cy="1097280"/>
          </a:xfrm>
          <a:prstGeom prst="rect">
            <a:avLst/>
          </a:prstGeom>
          <a:solidFill>
            <a:srgbClr val="C85A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6634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size too large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核对</a:t>
            </a:r>
          </a:p>
          <a:p>
            <a:pPr>
              <a:defRPr sz="2800"/>
            </a:pPr>
            <a:r>
              <a:t>用手算核对 Check one step</a:t>
            </a:r>
          </a:p>
          <a:p>
            <a:pPr>
              <a:defRPr sz="1800"/>
            </a:pPr>
            <a:r>
              <a:t>1. 取当前点 2，步长 1。</a:t>
            </a:r>
          </a:p>
          <a:p>
            <a:pPr>
              <a:defRPr sz="1800"/>
            </a:pPr>
            <a:r>
              <a:t>2. 梯度等于当前点，所以是 2。</a:t>
            </a:r>
          </a:p>
          <a:p>
            <a:pPr>
              <a:defRPr sz="1800"/>
            </a:pPr>
            <a:r>
              <a:t>3. 下一步等于 2 减去 1 乘 2。</a:t>
            </a:r>
          </a:p>
          <a:p>
            <a:pPr>
              <a:defRPr sz="1800"/>
            </a:pPr>
            <a:r>
              <a:t>推导：梯度就是当前点 2。</a:t>
            </a:r>
          </a:p>
          <a:p>
            <a:pPr>
              <a:defRPr sz="1800"/>
            </a:pPr>
            <a:r>
              <a:t>推导：位移是步长 1 乘梯度 2。</a:t>
            </a:r>
          </a:p>
          <a:p>
            <a:pPr>
              <a:defRPr sz="1800"/>
            </a:pPr>
            <a:r>
              <a:t>推导：2 减去 2 得到 0。</a:t>
            </a:r>
          </a:p>
          <a:p>
            <a:pPr>
              <a:defRPr sz="1800"/>
            </a:pPr>
            <a:r>
              <a:t>$\theta_{1}=2-1\cdot 2$</a:t>
            </a:r>
          </a:p>
          <a:p>
            <a:pPr>
              <a:defRPr sz="1800"/>
            </a:pPr>
            <a:r>
              <a:t>例如：算完停在 0，因为这一点的梯度也是 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