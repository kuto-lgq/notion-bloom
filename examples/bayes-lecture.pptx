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公式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74320"/>
            <a:ext cx="11430000" cy="6309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13716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公式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发病检测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74320"/>
            <a:ext cx="11430000" cy="6309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13716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发病检测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常见错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74320"/>
            <a:ext cx="11430000" cy="6309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13716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常见错误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